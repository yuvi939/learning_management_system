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61" r:id="rId4"/>
    <p:sldId id="260" r:id="rId5"/>
    <p:sldId id="259" r:id="rId6"/>
    <p:sldId id="258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7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8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03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26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1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70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80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84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35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692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8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1608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647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133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05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BACFA-4522-4145-BF2B-6B1787532E1B}" type="datetimeFigureOut">
              <a:rPr lang="en-IN" smtClean="0"/>
              <a:t>08-08-2025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2DFF466-D76F-4A8B-838B-8D5827AA82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34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A2A5-C73D-71DC-2D06-A03B4681C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056" y="1122362"/>
            <a:ext cx="8577943" cy="3743551"/>
          </a:xfrm>
        </p:spPr>
        <p:txBody>
          <a:bodyPr/>
          <a:lstStyle/>
          <a:p>
            <a:r>
              <a:rPr lang="en-IN" b="1" dirty="0"/>
              <a:t>Inheritance in Python</a:t>
            </a:r>
          </a:p>
        </p:txBody>
      </p:sp>
    </p:spTree>
    <p:extLst>
      <p:ext uri="{BB962C8B-B14F-4D97-AF65-F5344CB8AC3E}">
        <p14:creationId xmlns:p14="http://schemas.microsoft.com/office/powerpoint/2010/main" val="153491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9E21-6908-CE6B-DE2D-A6DE05707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2" y="130630"/>
            <a:ext cx="10374087" cy="827314"/>
          </a:xfrm>
        </p:spPr>
        <p:txBody>
          <a:bodyPr/>
          <a:lstStyle/>
          <a:p>
            <a:pPr algn="ctr"/>
            <a:r>
              <a:rPr lang="en-IN" b="1" dirty="0"/>
              <a:t>What is Inheritance?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88C935-534A-0D66-1695-E5A04600E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488" y="1430566"/>
            <a:ext cx="10918598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Inheritance is a mechanism in object-oriented programming where one class (child or derived) inherits the properties and behaviors (methods and variables) of another class (parent or base).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promotes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 reusability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modularity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child class can also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override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functionalities of the parent class.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Parent: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# Parent class code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Child(Parent):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# Child class code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child class is defined by passing the parent class name in parentheses.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supports single, multiple, multilevel, hierarchical, and hybrid inheritance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EB163F1-1E34-EEBF-A2DA-5A36ECC92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221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D4F9-F390-4AFB-2897-B56C6537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CBD0-FFF0-3D22-03C4-7FCFC591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4" y="0"/>
            <a:ext cx="10515600" cy="827314"/>
          </a:xfrm>
        </p:spPr>
        <p:txBody>
          <a:bodyPr/>
          <a:lstStyle/>
          <a:p>
            <a:pPr algn="ctr"/>
            <a:r>
              <a:rPr lang="en-IN" b="1" dirty="0"/>
              <a:t>Types of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4878-2527-805D-0231-78F2ED328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86" y="1338943"/>
            <a:ext cx="8828314" cy="53884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/>
              <a:t>Single Inheritance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Multiple Inheritance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Multilevel Inheritance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Hierarchical Inheritance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Each type defines a unique way how classes are related and interact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34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67E30-513F-F9E3-4928-AB9A343B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18C1-8B0F-93CE-53E9-DC06AF1EC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4" y="130630"/>
            <a:ext cx="10374086" cy="827314"/>
          </a:xfrm>
        </p:spPr>
        <p:txBody>
          <a:bodyPr/>
          <a:lstStyle/>
          <a:p>
            <a:pPr algn="ctr"/>
            <a:r>
              <a:rPr lang="en-IN" b="1" dirty="0"/>
              <a:t>Single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EF1A8-AC26-8E71-CD02-789E81C3A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8170" y="1295400"/>
            <a:ext cx="9655629" cy="54319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In single inheritance, a child class inherits from only one parent class.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is the simplest form of inheritance.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child class gains access to all attributes and methods of the parent class.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child class can override or extend the functionality of the parent.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Advantages: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Easy to implement and understand.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Clear and simple relationship between parent and child.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919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E911-73D6-5873-FF4C-8872076F8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E6F3-9199-99B4-A3A2-BD7639DC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3" y="130630"/>
            <a:ext cx="10374086" cy="827314"/>
          </a:xfrm>
        </p:spPr>
        <p:txBody>
          <a:bodyPr/>
          <a:lstStyle/>
          <a:p>
            <a:pPr algn="ctr"/>
            <a:r>
              <a:rPr lang="en-IN" b="1" dirty="0"/>
              <a:t>Multiple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ED217-75B6-472D-7177-8D7EF0001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0" y="1099458"/>
            <a:ext cx="9503229" cy="56279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In multiple inheritance, a child class inherits from more than one parent class.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child class has access to attributes and methods from multiple base classes.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Python uses </a:t>
            </a:r>
            <a:r>
              <a:rPr lang="en-US" sz="2400" b="1" dirty="0"/>
              <a:t>Method Resolution Order (MRO)</a:t>
            </a:r>
            <a:r>
              <a:rPr lang="en-US" sz="2400" dirty="0"/>
              <a:t> to decide which method to call if there are conflicts.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Challenges: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Risk of </a:t>
            </a:r>
            <a:r>
              <a:rPr lang="en-US" sz="2400" b="1" dirty="0"/>
              <a:t>method name conflict</a:t>
            </a:r>
            <a:r>
              <a:rPr lang="en-US" sz="2400" dirty="0"/>
              <a:t> between parent classes.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MRO ensures proper method selection to avoid ambiguity.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6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A4EE-0BE9-42DF-DA82-48EE1770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E126-0153-E0B1-9B30-5EE5D20AD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2" y="130630"/>
            <a:ext cx="10374087" cy="827314"/>
          </a:xfrm>
        </p:spPr>
        <p:txBody>
          <a:bodyPr/>
          <a:lstStyle/>
          <a:p>
            <a:pPr algn="ctr"/>
            <a:r>
              <a:rPr lang="en-IN" b="1" dirty="0"/>
              <a:t>Multilevel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F671-02E5-EB2C-F9D6-A7AA03CFE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5486" y="1480457"/>
            <a:ext cx="8828314" cy="52469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In multilevel inheritance, a class inherits from a child class which itself inherits from another class.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It forms a chain of inheritance (Grandparent → Parent → Child).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Each subclass gains access to all its ancestor classes' methods and attributes.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Use Cases: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Useful for creating a hierarchy.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Enables deeper reuse and extension of functionality.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14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069D-3E5B-344E-9699-0900AC20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BF1E-6C53-FC82-C487-A6DA4106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2" y="130630"/>
            <a:ext cx="10374087" cy="827314"/>
          </a:xfrm>
        </p:spPr>
        <p:txBody>
          <a:bodyPr/>
          <a:lstStyle/>
          <a:p>
            <a:pPr algn="ctr"/>
            <a:r>
              <a:rPr lang="en-IN" b="1" dirty="0"/>
              <a:t>Hierarchical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0BA76-F12E-9958-4533-F8E1CB575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828" y="1578429"/>
            <a:ext cx="9241971" cy="51489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Multiple child classes inherit from a single parent class.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All child classes share the same parent.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Each child gets access to the common functionality from the parent class.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Child classes can override or add new functionality independently.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Benefits: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Promotes reuse of base functionality.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Easy to manage and update the parent code affecting all children.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70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598C-71FE-9FFF-0A68-9217C21F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F881-3D9F-7F9A-8B41-541F110F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2" y="130630"/>
            <a:ext cx="10374087" cy="827314"/>
          </a:xfrm>
        </p:spPr>
        <p:txBody>
          <a:bodyPr/>
          <a:lstStyle/>
          <a:p>
            <a:pPr algn="ctr"/>
            <a:r>
              <a:rPr lang="en-IN" b="1" dirty="0"/>
              <a:t>Summary of Inheritance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D24B82-55D1-DD4C-4513-A86049FF8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298222"/>
              </p:ext>
            </p:extLst>
          </p:nvPr>
        </p:nvGraphicFramePr>
        <p:xfrm>
          <a:off x="1066800" y="957944"/>
          <a:ext cx="10287000" cy="5551711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3460621383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3131776354"/>
                    </a:ext>
                  </a:extLst>
                </a:gridCol>
              </a:tblGrid>
              <a:tr h="764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Inheritance Type</a:t>
                      </a:r>
                      <a:endParaRPr lang="en-IN" sz="1800"/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Description</a:t>
                      </a:r>
                      <a:endParaRPr lang="en-IN" sz="1800" dirty="0"/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159963"/>
                  </a:ext>
                </a:extLst>
              </a:tr>
              <a:tr h="764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Single Inheritance</a:t>
                      </a:r>
                      <a:endParaRPr lang="en-IN" sz="1800"/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One derived class inherits from a single base class.</a:t>
                      </a:r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797202"/>
                  </a:ext>
                </a:extLst>
              </a:tr>
              <a:tr h="134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Multiple Inheritance</a:t>
                      </a:r>
                      <a:endParaRPr lang="en-IN" sz="1800" dirty="0"/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One derived class inherits from more than one base class.</a:t>
                      </a:r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783677"/>
                  </a:ext>
                </a:extLst>
              </a:tr>
              <a:tr h="134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Multilevel Inheritance</a:t>
                      </a:r>
                      <a:endParaRPr lang="en-IN" sz="1800"/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 class inherits from a derived class, forming a chain of inheritance.</a:t>
                      </a:r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098288"/>
                  </a:ext>
                </a:extLst>
              </a:tr>
              <a:tr h="134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Hierarchical Inheritance</a:t>
                      </a:r>
                      <a:endParaRPr lang="en-IN" sz="1800" dirty="0"/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Multiple derived classes inherit from a single base class.</a:t>
                      </a:r>
                    </a:p>
                  </a:txBody>
                  <a:tcPr marL="90211" marR="90211" marT="45106" marB="45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680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3760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112</TotalTime>
  <Words>457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Inheritance in Python</vt:lpstr>
      <vt:lpstr>What is Inheritance?</vt:lpstr>
      <vt:lpstr>Types of Inheritance</vt:lpstr>
      <vt:lpstr>Single Inheritance</vt:lpstr>
      <vt:lpstr>Multiple Inheritance</vt:lpstr>
      <vt:lpstr>Multilevel Inheritance</vt:lpstr>
      <vt:lpstr>Hierarchical Inheritance</vt:lpstr>
      <vt:lpstr>Summary of 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Santoshi Dhavade</dc:creator>
  <cp:lastModifiedBy>Santoshi Dhavade</cp:lastModifiedBy>
  <cp:revision>1</cp:revision>
  <dcterms:created xsi:type="dcterms:W3CDTF">2025-08-08T11:55:12Z</dcterms:created>
  <dcterms:modified xsi:type="dcterms:W3CDTF">2025-08-08T13:47:26Z</dcterms:modified>
</cp:coreProperties>
</file>